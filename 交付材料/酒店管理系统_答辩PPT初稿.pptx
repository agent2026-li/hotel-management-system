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176bd867634f3a" /><Relationship Type="http://schemas.openxmlformats.org/officeDocument/2006/relationships/extended-properties" Target="/docProps/app.xml" Id="R6cef8d7d454a4b8c" /><Relationship Type="http://schemas.openxmlformats.org/officeDocument/2006/relationships/officeDocument" Target="/ppt/presentation.xml" Id="Rc32c0a3ef270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d0b19de8a848f9"/>
  </p:sldMasterIdLst>
  <p:notesMasterIdLst>
    <p:notesMasterId xmlns:r="http://schemas.openxmlformats.org/officeDocument/2006/relationships" r:id="Rb0d4573b99c64d22"/>
  </p:notesMasterIdLst>
  <p:sldIdLst>
    <p:sldId xmlns:r="http://schemas.openxmlformats.org/officeDocument/2006/relationships" id="256" r:id="R3f2d68d92d01438e"/>
    <p:sldId xmlns:r="http://schemas.openxmlformats.org/officeDocument/2006/relationships" id="257" r:id="R4a32e0995acf48e4"/>
    <p:sldId xmlns:r="http://schemas.openxmlformats.org/officeDocument/2006/relationships" id="258" r:id="Rcff9a0e027004807"/>
    <p:sldId xmlns:r="http://schemas.openxmlformats.org/officeDocument/2006/relationships" id="259" r:id="R9ff08200d0394636"/>
    <p:sldId xmlns:r="http://schemas.openxmlformats.org/officeDocument/2006/relationships" id="260" r:id="R239900dfb8de4ee6"/>
    <p:sldId xmlns:r="http://schemas.openxmlformats.org/officeDocument/2006/relationships" id="261" r:id="Rffe48b1088db413f"/>
    <p:sldId xmlns:r="http://schemas.openxmlformats.org/officeDocument/2006/relationships" id="262" r:id="R1ea19922049c4962"/>
    <p:sldId xmlns:r="http://schemas.openxmlformats.org/officeDocument/2006/relationships" id="263" r:id="R9d6d0a4f05f2433f"/>
    <p:sldId xmlns:r="http://schemas.openxmlformats.org/officeDocument/2006/relationships" id="264" r:id="Rd37ce8efecfa4934"/>
    <p:sldId xmlns:r="http://schemas.openxmlformats.org/officeDocument/2006/relationships" id="265" r:id="Rad076af1cdba4c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748c40caea4634" /><Relationship Type="http://schemas.openxmlformats.org/officeDocument/2006/relationships/slideMaster" Target="/ppt/slideMasters/slideMaster1.xml" Id="R67d0b19de8a848f9" /><Relationship Type="http://schemas.openxmlformats.org/officeDocument/2006/relationships/notesMaster" Target="/ppt/notesMasters/notesMaster1.xml" Id="Rb0d4573b99c64d22" /><Relationship Type="http://schemas.openxmlformats.org/officeDocument/2006/relationships/presProps" Target="/ppt/presProps.xml" Id="R87bd9c7afed14dd0" /><Relationship Type="http://schemas.openxmlformats.org/officeDocument/2006/relationships/tableStyles" Target="/ppt/tableStyles.xml" Id="R8489aec37e604cd6" /><Relationship Type="http://schemas.openxmlformats.org/officeDocument/2006/relationships/slide" Target="/ppt/slides/slide1.xml" Id="R3f2d68d92d01438e" /><Relationship Type="http://schemas.openxmlformats.org/officeDocument/2006/relationships/slide" Target="/ppt/slides/slide2.xml" Id="R4a32e0995acf48e4" /><Relationship Type="http://schemas.openxmlformats.org/officeDocument/2006/relationships/slide" Target="/ppt/slides/slide3.xml" Id="Rcff9a0e027004807" /><Relationship Type="http://schemas.openxmlformats.org/officeDocument/2006/relationships/slide" Target="/ppt/slides/slide4.xml" Id="R9ff08200d0394636" /><Relationship Type="http://schemas.openxmlformats.org/officeDocument/2006/relationships/slide" Target="/ppt/slides/slide5.xml" Id="R239900dfb8de4ee6" /><Relationship Type="http://schemas.openxmlformats.org/officeDocument/2006/relationships/slide" Target="/ppt/slides/slide6.xml" Id="Rffe48b1088db413f" /><Relationship Type="http://schemas.openxmlformats.org/officeDocument/2006/relationships/slide" Target="/ppt/slides/slide7.xml" Id="R1ea19922049c4962" /><Relationship Type="http://schemas.openxmlformats.org/officeDocument/2006/relationships/slide" Target="/ppt/slides/slide8.xml" Id="R9d6d0a4f05f2433f" /><Relationship Type="http://schemas.openxmlformats.org/officeDocument/2006/relationships/slide" Target="/ppt/slides/slide9.xml" Id="Rd37ce8efecfa4934" /><Relationship Type="http://schemas.openxmlformats.org/officeDocument/2006/relationships/slide" Target="/ppt/slides/slide10.xml" Id="Rad076af1cdba4c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5a1b1ee0d846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7a09de86d44e6" /><Relationship Type="http://schemas.openxmlformats.org/officeDocument/2006/relationships/notesMaster" Target="/ppt/notesMasters/notesMaster1.xml" Id="R56d6ac13e5034c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d13cba3aa4cc7" /><Relationship Type="http://schemas.openxmlformats.org/officeDocument/2006/relationships/notesMaster" Target="/ppt/notesMasters/notesMaster1.xml" Id="R38e46a4836064f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2bfdef39041a0" /><Relationship Type="http://schemas.openxmlformats.org/officeDocument/2006/relationships/notesMaster" Target="/ppt/notesMasters/notesMaster1.xml" Id="R7edc60f79c87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91ddf095294c0b" /><Relationship Type="http://schemas.openxmlformats.org/officeDocument/2006/relationships/notesMaster" Target="/ppt/notesMasters/notesMaster1.xml" Id="R0563da962c044d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3a904296ee4497" /><Relationship Type="http://schemas.openxmlformats.org/officeDocument/2006/relationships/notesMaster" Target="/ppt/notesMasters/notesMaster1.xml" Id="R211844fc16e740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22f66204914aa1" /><Relationship Type="http://schemas.openxmlformats.org/officeDocument/2006/relationships/notesMaster" Target="/ppt/notesMasters/notesMaster1.xml" Id="Ra924b32a2e5b4a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408b0a6ccd4a4d" /><Relationship Type="http://schemas.openxmlformats.org/officeDocument/2006/relationships/notesMaster" Target="/ppt/notesMasters/notesMaster1.xml" Id="R154984d558bc41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6a4fe8230e4175" /><Relationship Type="http://schemas.openxmlformats.org/officeDocument/2006/relationships/notesMaster" Target="/ppt/notesMasters/notesMaster1.xml" Id="Ra7cc43bfa634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db5640f9094cb9" /><Relationship Type="http://schemas.openxmlformats.org/officeDocument/2006/relationships/notesMaster" Target="/ppt/notesMasters/notesMaster1.xml" Id="R8cb8b869335b47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252bed771848b3" /><Relationship Type="http://schemas.openxmlformats.org/officeDocument/2006/relationships/notesMaster" Target="/ppt/notesMasters/notesMaster1.xml" Id="R44fb0ac0004743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1c6c7da674e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57446c44247fb" /><Relationship Type="http://schemas.openxmlformats.org/officeDocument/2006/relationships/slideLayout" Target="/ppt/slideLayouts/slideLayout1.xml" Id="R73025092b9da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25092b9da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405f11dc54679" /><Relationship Type="http://schemas.openxmlformats.org/officeDocument/2006/relationships/notesSlide" Target="/ppt/notesSlides/notesSlide1.xml" Id="R0a74fe5e82a84d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cb393eb674780" /><Relationship Type="http://schemas.openxmlformats.org/officeDocument/2006/relationships/notesSlide" Target="/ppt/notesSlides/notesSlide2.xml" Id="R78a40414ae4f49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75b397a1b47cd" /><Relationship Type="http://schemas.openxmlformats.org/officeDocument/2006/relationships/notesSlide" Target="/ppt/notesSlides/notesSlide3.xml" Id="R77ae10e6ece740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27cd639f4427c" /><Relationship Type="http://schemas.openxmlformats.org/officeDocument/2006/relationships/notesSlide" Target="/ppt/notesSlides/notesSlide4.xml" Id="R8d31ed5442734b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610084aca484b" /><Relationship Type="http://schemas.openxmlformats.org/officeDocument/2006/relationships/notesSlide" Target="/ppt/notesSlides/notesSlide5.xml" Id="R3066e1348db64e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6b9d632124cb1" /><Relationship Type="http://schemas.openxmlformats.org/officeDocument/2006/relationships/notesSlide" Target="/ppt/notesSlides/notesSlide6.xml" Id="Rfa2c859a317b47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950bd5e4c4878" /><Relationship Type="http://schemas.openxmlformats.org/officeDocument/2006/relationships/notesSlide" Target="/ppt/notesSlides/notesSlide7.xml" Id="Rbccfa94cadd248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6a41050be42f8" /><Relationship Type="http://schemas.openxmlformats.org/officeDocument/2006/relationships/notesSlide" Target="/ppt/notesSlides/notesSlide8.xml" Id="R397b35f211a94a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186e1408847b3" /><Relationship Type="http://schemas.openxmlformats.org/officeDocument/2006/relationships/notesSlide" Target="/ppt/notesSlides/notesSlide9.xml" Id="R7a3b93298b2b42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6ab937bbf4b49" /><Relationship Type="http://schemas.openxmlformats.org/officeDocument/2006/relationships/notesSlide" Target="/ppt/notesSlides/notesSlide10.xml" Id="R890d2f9a56bc49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CF457-B113-4CB3-ACF4-30E000E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酒店管理系统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3295C-1DE2-4E2A-ABD1-F4A65572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酒店管理系统完成了核心业务闭环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29781-30B7-4C3D-A11B-C51B5E8E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测试工程师 / 文档助理交付初稿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251AB-F4B0-4185-A1CD-684B4F92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430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CDBFF-C5E9-4E35-95F9-D984BCC4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571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负责人：XXX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日期：2026-07-02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测试记录：019f21ac-5bd7-70f0-ada5-30be4ba097be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6F9D5-5CE0-4269-ADEB-8DF0D92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B39C9-6383-4685-8907-74A6BECF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9002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22703-9DC5-45F9-A56C-8B659D8D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答辩从业务闭环展开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C161C-C303-48FE-99F5-D44CC529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7978A-CDC3-4A41-9133-2218E05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01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项目目标与角色分工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00350-3408-41E7-A358-3AB4953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907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4278C-8ED2-4727-8288-2EE4909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1CAA5-48EA-4EBB-B7D1-6AC57FFA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需求覆盖和功能边界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1D322-B5B9-4490-8826-AA181B44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8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94C12-0EF8-489B-AA31-B0574316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F9675-0C0D-49A9-93DF-018F74ED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架构、数据库和接口设计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F052F-5797-43B7-B15F-9829A16A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AC0E8-F83B-460D-82B0-BA3756C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31622-B6DF-4E99-B0BD-47A71FE7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前端页面和后端联调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EB56A-E67A-495F-8EDF-8FFB113D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956B8-42AE-43CE-9A2C-66B30968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339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E971F-EC4F-4E71-9533-881F52D4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测试结果、风险与演示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1EB8B-6D90-4320-94C6-B54678FB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9463D-2942-4B73-9F65-6574F2CD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4491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5E1D2-5EFF-480D-BBE0-AF5054AD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需求覆盖前台、客房和管理三类场景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66037-6398-4AF4-9C5D-00ED680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系统围绕酒店日常运营设计，重点不是单点页面，而是让房间状态在业务流程中正确流转。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E0089-1EBC-4808-A9F3-E64696B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48387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43500-F41A-485D-A163-10BA5129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前台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2CD9F-303D-47D9-B512-1574C694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66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预订、入住、退房、账单和客史。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76969-AEAC-4559-A5A2-D76566D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33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客房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D1DC0-2A04-445A-9979-BB072FD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765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清洁任务接收、流转和房态恢复。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996B9-B5FD-4BCD-AC2B-D9F2FEF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BA293-476A-438D-BD61-F664C26D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86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房态总览、入住率和营收报表。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D4ED5-C015-4501-A2B7-891A08C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9524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BADBB-B574-4D2D-A524-CB440C67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系统采用前后端分离和后端分层设计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5C6C2-F58A-4CFE-BF83-8324ACA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后端负责业务规则和数据一致性，前端负责页面展示和操作入口。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34ED3-7232-4A13-8CC2-05EEEE8D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48387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ED44B-5180-45F0-925C-92ED8B6F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后端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CF051-35CD-4702-8492-F670B3F0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66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Spring Boot、MyBatis、统一响应、鉴权拦截。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9C20F-BCDB-47DD-B251-BA82785A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33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数据库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E9047-E80F-490A-A558-FF2F2EE5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765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MySQL 保存 98 间房和核心业务数据。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AE3C2-4522-4049-9A4C-B5A3206D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51D55-D940-4648-8725-CBED391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86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uni-app 网页端和 APP 端源码。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6FCF3-4B21-40F9-962C-5FAB845F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7760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6A5F98-12F5-4058-82BF-D108E11A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预订到清洁形成完整状态流转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DBB54-C87A-4125-82AC-820732DE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F9389-A4FA-43D2-A531-CCC6B6D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47AFD-CFA1-4370-AAEB-CA41A477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预订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33E4F-6B2A-4B03-9074-01DD4A2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校验房型和日期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9BE4D-5CAF-4FFF-8F51-DE890070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86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91296-2AD7-42C0-A8AE-C953342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8A4FD-4273-4C35-B13C-7CA6E490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85071-BEBB-4472-A2BD-824B1874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入住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DE494-0D7B-4A74-8699-51DE8FA5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生成客史、入住记录和账单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90180-0771-4C05-BDCE-6010CFCA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6A315-4E20-4400-A447-1948C37E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0975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48D46-126B-4A7C-8956-4E975F4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D5B7F-1C07-4CA9-A444-91A39D2C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消费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6584F-FFB3-423C-9EC5-D6CE7B17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追加服务费并重算金额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53EDE-C8F1-45B8-83B4-3EC7E47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5DE9B-3F56-48F9-A129-532E971C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29653-5D6F-4CEB-9DD7-A207F805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26DE5-173D-465B-8006-6949A65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退房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0C4F1-F226-441A-95BA-ACBBF4B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结算账单并转为脏房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9F652-732D-453B-8FA7-873A5E68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94FEF-1623-4A5A-8878-1BE40AAF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63AF7-E7AC-4ADE-8C49-704F7112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127CE2-7AFB-4AAE-96BC-91D15FF0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清洁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09449-8369-489E-9490-59DF249B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任务完成后恢复空净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4C778-97E3-480D-8FB0-7BA41E02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这个流程也是测试和演示的主线。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3DB69-B732-4529-A614-DB7B256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0540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A0838E-89E1-419C-9332-31EDCCA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后端以 MyBatis 和 MySQL 承载真实数据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C7ADA-78CD-43A3-B1D0-343C5C2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项目已从内存演示数据转为数据库持久化，复杂查询由 XML Mapper 承载。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6A14C-7D8C-4C6E-91A0-5CDBBFD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48387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6FF40-B0DF-43BE-9F77-595129E2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数据来源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D5A65-4F81-4313-9574-505ABCB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66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`schema.sql` 和 `seed.sql` 可重建测试环境。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EAF1D-CFF9-45FD-92B5-E92EA59B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33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接口契约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9DE3B-C93D-4B33-BF9B-49009FA7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765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`code/message/data` 统一响应便于前端处理。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7D7BB-A84B-4D2E-9012-C3999C6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业务校验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A2762-9FFB-4528-8513-5763D362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86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房态、预订、入住、退房都在 Service 层校验。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D403C-901B-4204-82AF-691BA2D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2713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875B0-3876-48E1-B6EB-17E38346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前端提供网页端和 APP 端页面源码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5E25E-C3B6-49AC-99FB-61E8AB08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当前前端更适合通过 HBuilderX 运行和发行，命令行工程化入口是后续补齐重点。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26227-549C-48F4-AA2B-4A1D2E10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48387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D26D0-FB52-42AD-B129-D4E97686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网页端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04BA9-EBD0-48CB-BCA4-41DB0B0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66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房态、预订、入住、退房、账单、报表页面。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73307-3FBF-4BC0-A25C-52E5D72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33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APP 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192F5-653D-4FC5-98C5-8391420B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765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移动端 tabBar 和业务页面源码。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38A2-A026-4171-9566-F8869EAF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联调风险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92E6A-E64A-4E44-8AC8-9F00E8D7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86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API 地址仍需统一配置。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72081-989F-4CE9-8FC6-639167F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8901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4ABE34-B755-465B-8448-A2698DF5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测试结果证明后端核心链路可运行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C4016-7F46-4633-9664-0BE99EF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28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174B8-3345-4702-9B7D-0278264B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5A86-9983-43E4-8D95-86FF6D3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JUnit 测试通过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21BD3-4923-465A-AFD5-876BF4FF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28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37EF6-2650-456A-BCA5-D78DEC2C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95B55-2332-4764-8B57-F463F149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核心 API 冒烟断言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9275F-5FEB-457C-8912-ABCA6E7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28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040E8-FAEE-4DFC-8940-65D25FC8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E6748-8A78-4FC3-ADD9-4AE65C59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房间种子数据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C9370-DEC0-474F-A17A-DCCB375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28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14AB6-C63E-45D6-9E59-BB976260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7BC66-93FB-4763-8FE6-09599FD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失败和错误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C04D8-B2F5-43E1-9FEF-FC92BC4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未覆盖项保留为后续补测建议：前端 E2E、移动端真机、WebSocket 客户端订阅和并发边界。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26FCC-7517-4660-B4F2-6CCCB94B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129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4E6BE3-C38F-4BE7-A7AB-369F92D9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当前风险集中在配置和工程化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D3CF6-8F51-40C0-8932-FD4BF947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6B53F-EB50-4F0C-99AE-3A27531B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F4534-CAFB-4F66-B672-01E4D33E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42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606C9-6607-4628-BD36-767B6CE0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62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2502D-6464-4CA1-8C12-B25D8224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942F8-958B-45E0-888B-B2BEA52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B65F9-9EE5-4C49-9082-9834B777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7157B-A130-4744-9D61-9B48C882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数据库凭据硬编码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B44E4-493C-4E1A-9A8B-633CA2F1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8534D-F0F1-4EDF-9EBA-09348F0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换机器后启动失败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008E9-2D36-44A8-921A-DEF6342E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6F219-2CF6-43FD-A9F8-DDDEDC63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使用 profile 或环境变量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E7E15-7C17-4F25-9E61-96A4A86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2A1D3-9C02-4E67-9321-FE2867D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前端地址硬编码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5EFEB-B90A-4808-8CC1-1E8A87CA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146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6EEC0-7E06-4565-ABBD-AE3872CF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端口变化需改源码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1C4FF-A512-43B3-A44D-FD0F2548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DBD02-68E0-4EF0-8D2E-28C98102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代理或条件编译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2962F-BFBE-47B1-996E-CB4D0735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8BBE4-5AAD-4732-B10C-8EB64F28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前端缺少 CLI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D1E57-DE1C-41E5-AB95-F333159A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576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F0185-5EDB-487D-8C43-9393A409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CI 无法构建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7BE73-EC2D-490A-96B1-0358E520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C3392-E29D-43CB-AC9C-E29C2503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补充 package.json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F6B79-447F-4CB0-99E0-22EAD897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553AB-8889-4F1D-905E-D11821E6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WebSocket 未测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2C2DF-94FF-4010-A285-8D5505AD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005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011E77-DED4-4B6A-B5C8-C6C7C51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339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实时推送缺验证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83D109-B828-4F5A-9E07-6BFACBB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E0FA5-99EA-4C0A-B6C2-5DAAF156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增加客户端订阅用例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7D5AD-4607-4A5F-ADA3-145CDC17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31812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2761E-C75F-4064-A875-A8C742AA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演示按登录、房态、入住、退房、报表收束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44265-7F59-4F4C-90B2-C1B2A5E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85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结论：后端核心功能已完成并通过冒烟测试，前端页面和文档材料可支持课程答辩；后续重点是配置外置化、前端工程化和更完整的 E2E 测试。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AC8AF-740D-40F1-A7FE-1622F4F5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BE8D7-2B64-42D4-AFE8-EF65F15A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答辩材料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2C347-3BE3-4AE1-9E87-BDF8A65F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91009-780A-46EE-8AB3-67770A7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91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演示视频脚本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8C84C-5538-4B66-948B-50CC1E96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33875"/>
            <a:ext cx="304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AD44F-4408-4D55-8537-6EE7EE9B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测试报告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23A7F-65C4-4367-A481-D56D285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6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3323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2026-07-02T15:17:36.7600000Z</dcterms:created>
  <dcterms:modified xsi:type="dcterms:W3CDTF">2026-07-02T15:17:36.7600000Z</dcterms:modified>
</coreProperties>
</file>